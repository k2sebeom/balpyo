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theme" Target="theme/theme1.xml"/>
  <Relationship Id="rId9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인사 30초. 오늘 다룰 세 가지: 지표, 학습, 계획.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매출은 목표 대비 108%.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/>
        </p:nvSpPr>
        <p:spPr>
          <a:xfrm>
            <a:off x="609600" y="2589014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" name="text s0.1"/>
          <p:cNvSpPr txBox="1"/>
          <p:nvPr/>
        </p:nvSpPr>
        <p:spPr>
          <a:xfrm>
            <a:off x="609600" y="305752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5040"/>
              </a:lnSpc>
            </a:pPr>
            <a:r>
              <a:rPr sz="4200" b="1">
                <a:gradFill>
                  <a:gsLst>
                    <a:gs pos="0">
                      <a:srgbClr val="0F65F9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+mj-lt"/>
                <a:ea typeface="+mj-ea"/>
              </a:rPr>
              <a:t>Q3 비즈니스 리뷰</a:t>
            </a:r>
          </a:p>
        </p:txBody>
      </p:sp>
      <p:sp>
        <p:nvSpPr>
          <p:cNvPr id="4" name="text s0.2"/>
          <p:cNvSpPr txBox="1"/>
          <p:nvPr/>
        </p:nvSpPr>
        <p:spPr>
          <a:xfrm>
            <a:off x="609600" y="3926086"/>
            <a:ext cx="10972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성장 지표 회고와 Q4 계획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1.0"/>
          <p:cNvSpPr txBox="1"/>
          <p:nvPr/>
        </p:nvSpPr>
        <p:spPr>
          <a:xfrm>
            <a:off x="609600" y="609600"/>
            <a:ext cx="5372100" cy="11715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오늘의 아젠다</a:t>
            </a:r>
          </a:p>
        </p:txBody>
      </p:sp>
      <p:sp>
        <p:nvSpPr>
          <p:cNvPr id="3" name="text s1.1.0.0"/>
          <p:cNvSpPr txBox="1"/>
          <p:nvPr/>
        </p:nvSpPr>
        <p:spPr>
          <a:xfrm>
            <a:off x="6210300" y="609600"/>
            <a:ext cx="157445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돌아보기</a:t>
            </a:r>
          </a:p>
        </p:txBody>
      </p:sp>
      <p:sp>
        <p:nvSpPr>
          <p:cNvPr id="4" name="ul s1.1.0.1"/>
          <p:cNvSpPr txBox="1"/>
          <p:nvPr/>
        </p:nvSpPr>
        <p:spPr>
          <a:xfrm>
            <a:off x="6210300" y="1095375"/>
            <a:ext cx="1574453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핵심 지표 3종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가장 큰 학습</a:t>
            </a:r>
          </a:p>
        </p:txBody>
      </p:sp>
      <p:sp>
        <p:nvSpPr>
          <p:cNvPr id="5" name="text s1.1.1.0"/>
          <p:cNvSpPr txBox="1"/>
          <p:nvPr/>
        </p:nvSpPr>
        <p:spPr>
          <a:xfrm>
            <a:off x="10190559" y="609600"/>
            <a:ext cx="1391841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내다보기</a:t>
            </a:r>
          </a:p>
        </p:txBody>
      </p:sp>
      <p:sp>
        <p:nvSpPr>
          <p:cNvPr id="6" name="ul s1.1.1.1"/>
          <p:cNvSpPr txBox="1"/>
          <p:nvPr/>
        </p:nvSpPr>
        <p:spPr>
          <a:xfrm>
            <a:off x="10190559" y="1095375"/>
            <a:ext cx="1391841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Q4 목표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필요한 투자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2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핵심 지표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283940"/>
            <a:ext cx="3429000" cy="19050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>
            <a:pPr algn="ctr">
              <a:lnSpc>
                <a:spcPts val="5040"/>
              </a:lnSpc>
            </a:pPr>
            <a:r>
              <a:rPr sz="4200" b="1">
                <a:solidFill>
                  <a:schemeClr val="accent1"/>
                </a:solidFill>
                <a:latin typeface="+mj-lt"/>
                <a:ea typeface="+mj-ea"/>
              </a:rPr>
              <a:t>+38%</a:t>
            </a:r>
          </a:p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월간 활성 사용자</a:t>
            </a:r>
          </a:p>
        </p:txBody>
      </p:sp>
      <p:sp>
        <p:nvSpPr>
          <p:cNvPr id="4" name="shape s2.1.1"/>
          <p:cNvSpPr/>
          <p:nvPr/>
        </p:nvSpPr>
        <p:spPr>
          <a:xfrm>
            <a:off x="4381500" y="1283940"/>
            <a:ext cx="3429000" cy="19050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>
            <a:pPr algn="ctr">
              <a:lnSpc>
                <a:spcPts val="5040"/>
              </a:lnSpc>
            </a:pPr>
            <a:r>
              <a:rPr sz="4200" b="1">
                <a:solidFill>
                  <a:schemeClr val="accent1"/>
                </a:solidFill>
                <a:latin typeface="+mj-lt"/>
                <a:ea typeface="+mj-ea"/>
              </a:rPr>
              <a:t>1.2B</a:t>
            </a:r>
          </a:p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분기 매출(원)</a:t>
            </a:r>
          </a:p>
        </p:txBody>
      </p:sp>
      <p:sp>
        <p:nvSpPr>
          <p:cNvPr id="5" name="shape s2.1.2"/>
          <p:cNvSpPr/>
          <p:nvPr/>
        </p:nvSpPr>
        <p:spPr>
          <a:xfrm>
            <a:off x="8153400" y="1283940"/>
            <a:ext cx="3429000" cy="19050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>
            <a:pPr algn="ctr">
              <a:lnSpc>
                <a:spcPts val="5040"/>
              </a:lnSpc>
            </a:pPr>
            <a:r>
              <a:rPr sz="4200" b="1">
                <a:solidFill>
                  <a:schemeClr val="accent1"/>
                </a:solidFill>
                <a:latin typeface="+mj-lt"/>
                <a:ea typeface="+mj-ea"/>
              </a:rPr>
              <a:t>4.6</a:t>
            </a:r>
          </a:p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앱스토어 평점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3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채널별 성과</a:t>
            </a:r>
          </a:p>
        </p:txBody>
      </p:sp>
      <p:graphicFrame>
        <p:nvGraphicFramePr>
          <p:cNvPr id="3" name="table s3.1"/>
          <p:cNvGraphicFramePr/>
          <p:nvPr/>
        </p:nvGraphicFramePr>
        <p:xfrm>
          <a:off x="609600" y="1283940"/>
          <a:ext cx="10972800" cy="1524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922538"/>
                <a:gridCol w="3827710"/>
                <a:gridCol w="4222552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채널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전환율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CAC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검색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4.2%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12,000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추천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7.8%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4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가장 큰 학습</a:t>
            </a:r>
          </a:p>
        </p:txBody>
      </p:sp>
      <p:sp>
        <p:nvSpPr>
          <p:cNvPr id="3" name="shape s4.1.0"/>
          <p:cNvSpPr/>
          <p:nvPr/>
        </p:nvSpPr>
        <p:spPr>
          <a:xfrm>
            <a:off x="609600" y="1283940"/>
            <a:ext cx="10972800" cy="3048000"/>
          </a:xfrm>
          <a:prstGeom prst="roundRect">
            <a:avLst>
              <a:gd name="adj" fmla="val 7500"/>
            </a:avLst>
          </a:prstGeom>
          <a:gradFill>
            <a:gsLst>
              <a:gs pos="0">
                <a:srgbClr val="0F65F9"/>
              </a:gs>
              <a:gs pos="100000">
                <a:srgbClr val="7C3AED"/>
              </a:gs>
            </a:gsLst>
            <a:lin ang="18900000" scaled="1"/>
          </a:gra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4.1.1"/>
          <p:cNvSpPr txBox="1"/>
          <p:nvPr/>
        </p:nvSpPr>
        <p:spPr>
          <a:xfrm>
            <a:off x="4024164" y="2584996"/>
            <a:ext cx="4143673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bg1"/>
                </a:solidFill>
                <a:latin typeface="+mj-lt"/>
                <a:ea typeface="+mj-ea"/>
              </a:rPr>
              <a:t>추천 채널이 CAC를 4배 낮췄다</a:t>
            </a:r>
          </a:p>
        </p:txBody>
      </p:sp>
      <p:sp>
        <p:nvSpPr>
          <p:cNvPr id="5" name="shape s4.1.2"/>
          <p:cNvSpPr/>
          <p:nvPr/>
        </p:nvSpPr>
        <p:spPr>
          <a:xfrm>
            <a:off x="10439400" y="1283940"/>
            <a:ext cx="1143000" cy="4191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accent1"/>
                </a:solidFill>
                <a:latin typeface="+mn-lt"/>
                <a:ea typeface="+mn-ea"/>
              </a:rPr>
              <a:t>NEW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5.0"/>
          <p:cNvSpPr txBox="1"/>
          <p:nvPr/>
        </p:nvSpPr>
        <p:spPr>
          <a:xfrm>
            <a:off x="609600" y="282327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감사합니다</a:t>
            </a:r>
          </a:p>
        </p:txBody>
      </p:sp>
      <p:sp>
        <p:nvSpPr>
          <p:cNvPr id="3" name="text s5.1"/>
          <p:cNvSpPr txBox="1"/>
          <p:nvPr/>
        </p:nvSpPr>
        <p:spPr>
          <a:xfrm>
            <a:off x="609600" y="3691830"/>
            <a:ext cx="10972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질문은 #growth 채널로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6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비즈니스 리뷰</dc:title>
  <dc:creator>Growth Team</dc:creator>
  <cp:lastModifiedBy>balpyo</cp:lastModifiedBy>
  <cp:revision>1</cp:revision>
</cp:coreProperties>
</file>