
<file path=[Content_Types].xml><?xml version="1.0" encoding="utf-8"?>
<Types xmlns="http://schemas.openxmlformats.org/package/2006/content-types">
  <Default Extension="rels" ContentType="application/vnd.openxmlformats-package.relationships+xml"/>
  <Default Extension="xml" ContentType="application/xml"/>
  <Default Extension="svg" ContentType="image/svg+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 Id="rId3" Type="http://schemas.openxmlformats.org/officeDocument/2006/relationships/image" Target="../media/image1.png"/>
  <Relationship Id="rId4" Type="http://schemas.openxmlformats.org/officeDocument/2006/relationships/image" Target="../media/image1.svg"/>
  <Relationship Id="rId5" Type="http://schemas.openxmlformats.org/officeDocument/2006/relationships/image" Target="../media/image2.png"/>
  <Relationship Id="rId6" Type="http://schemas.openxmlformats.org/officeDocument/2006/relationships/image" Target="../media/image2.svg"/>
  <Relationship Id="rId7" Type="http://schemas.openxmlformats.org/officeDocument/2006/relationships/image" Target="../media/image3.png"/>
  <Relationship Id="rId8" Type="http://schemas.openxmlformats.org/officeDocument/2006/relationships/image" Target="../media/image3.svg"/>
  <Relationship Id="rId9" Type="http://schemas.openxmlformats.org/officeDocument/2006/relationships/image" Target="../media/image4.png"/>
  <Relationship Id="rId10" Type="http://schemas.openxmlformats.org/officeDocument/2006/relationships/image" Target="../media/image4.svg"/>
  <Relationship Id="rId11" Type="http://schemas.openxmlformats.org/officeDocument/2006/relationships/image" Target="../media/image5.png"/>
  <Relationship Id="rId12" Type="http://schemas.openxmlformats.org/officeDocument/2006/relationships/image" Target="../media/image5.svg"/>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0"/>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t">
            <a:normAutofit/>
          </a:bodyPr>
          <a:lstStyle/>
          <a:p/>
        </p:txBody>
      </p:sp>
      <p:pic>
        <p:nvPicPr>
          <p:cNvPr id="8" name="image s1.2.0.1.1"/>
          <p:cNvPicPr/>
          <p:nvPr/>
        </p:nvPicPr>
        <p:blipFill>
          <a:blip r:embed="rId3">
            <a:extLst>
              <a:ext uri="{96DAC541-7B7A-43D3-8B79-37D633B846F1}">
                <asvg:svgBlip xmlns:asvg="http://schemas.microsoft.com/office/drawing/2016/SVG/main" r:embed="rId4"/>
              </a:ext>
            </a:extLst>
          </a:blip>
          <a:stretch>
            <a:fillRect/>
          </a:stretch>
        </p:blipFill>
        <p:spPr>
          <a:xfrm>
            <a:off x="5219700" y="1314450"/>
            <a:ext cx="266700" cy="266700"/>
          </a:xfrm>
          <a:prstGeom prst="rect">
            <a:avLst/>
          </a:prstGeom>
          <a:ln>
            <a:noFill/>
          </a:ln>
        </p:spPr>
      </p:pic>
      <p:sp>
        <p:nvSpPr>
          <p:cNvPr id="9"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10"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1"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2"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3" name="shape s1.2.2.1.0"/>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t">
            <a:normAutofit/>
          </a:bodyPr>
          <a:lstStyle/>
          <a:p/>
        </p:txBody>
      </p:sp>
      <p:pic>
        <p:nvPicPr>
          <p:cNvPr id="14" name="image s1.2.2.1.1"/>
          <p:cNvPicPr/>
          <p:nvPr/>
        </p:nvPicPr>
        <p:blipFill>
          <a:blip r:embed="rId5">
            <a:extLst>
              <a:ext uri="{96DAC541-7B7A-43D3-8B79-37D633B846F1}">
                <asvg:svgBlip xmlns:asvg="http://schemas.microsoft.com/office/drawing/2016/SVG/main" r:embed="rId6"/>
              </a:ext>
            </a:extLst>
          </a:blip>
          <a:stretch>
            <a:fillRect/>
          </a:stretch>
        </p:blipFill>
        <p:spPr>
          <a:xfrm>
            <a:off x="5219700" y="2238375"/>
            <a:ext cx="266700" cy="266700"/>
          </a:xfrm>
          <a:prstGeom prst="rect">
            <a:avLst/>
          </a:prstGeom>
          <a:ln>
            <a:noFill/>
          </a:ln>
        </p:spPr>
      </p:pic>
      <p:sp>
        <p:nvSpPr>
          <p:cNvPr id="15"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6"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7"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8"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9" name="shape s1.2.4.1.0"/>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t">
            <a:normAutofit/>
          </a:bodyPr>
          <a:lstStyle/>
          <a:p/>
        </p:txBody>
      </p:sp>
      <p:pic>
        <p:nvPicPr>
          <p:cNvPr id="20" name="image s1.2.4.1.1"/>
          <p:cNvPicPr/>
          <p:nvPr/>
        </p:nvPicPr>
        <p:blipFill>
          <a:blip r:embed="rId7">
            <a:extLst>
              <a:ext uri="{96DAC541-7B7A-43D3-8B79-37D633B846F1}">
                <asvg:svgBlip xmlns:asvg="http://schemas.microsoft.com/office/drawing/2016/SVG/main" r:embed="rId8"/>
              </a:ext>
            </a:extLst>
          </a:blip>
          <a:stretch>
            <a:fillRect/>
          </a:stretch>
        </p:blipFill>
        <p:spPr>
          <a:xfrm>
            <a:off x="5219700" y="3162300"/>
            <a:ext cx="266700" cy="266700"/>
          </a:xfrm>
          <a:prstGeom prst="rect">
            <a:avLst/>
          </a:prstGeom>
          <a:ln>
            <a:noFill/>
          </a:ln>
        </p:spPr>
      </p:pic>
      <p:sp>
        <p:nvSpPr>
          <p:cNvPr id="21"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22"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3"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4"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5" name="shape s1.2.6.1.0"/>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t">
            <a:normAutofit/>
          </a:bodyPr>
          <a:lstStyle/>
          <a:p/>
        </p:txBody>
      </p:sp>
      <p:pic>
        <p:nvPicPr>
          <p:cNvPr id="26" name="image s1.2.6.1.1"/>
          <p:cNvPicPr/>
          <p:nvPr/>
        </p:nvPicPr>
        <p:blipFill>
          <a:blip r:embed="rId9">
            <a:extLst>
              <a:ext uri="{96DAC541-7B7A-43D3-8B79-37D633B846F1}">
                <asvg:svgBlip xmlns:asvg="http://schemas.microsoft.com/office/drawing/2016/SVG/main" r:embed="rId10"/>
              </a:ext>
            </a:extLst>
          </a:blip>
          <a:stretch>
            <a:fillRect/>
          </a:stretch>
        </p:blipFill>
        <p:spPr>
          <a:xfrm>
            <a:off x="5219700" y="4086225"/>
            <a:ext cx="266700" cy="266700"/>
          </a:xfrm>
          <a:prstGeom prst="rect">
            <a:avLst/>
          </a:prstGeom>
          <a:ln>
            <a:noFill/>
          </a:ln>
        </p:spPr>
      </p:pic>
      <p:sp>
        <p:nvSpPr>
          <p:cNvPr id="27"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8"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9"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30"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31" name="shape s1.2.8.1.0"/>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t">
            <a:normAutofit/>
          </a:bodyPr>
          <a:lstStyle/>
          <a:p/>
        </p:txBody>
      </p:sp>
      <p:pic>
        <p:nvPicPr>
          <p:cNvPr id="32" name="image s1.2.8.1.1"/>
          <p:cNvPicPr/>
          <p:nvPr/>
        </p:nvPicPr>
        <p:blipFill>
          <a:blip r:embed="rId11">
            <a:extLst>
              <a:ext uri="{96DAC541-7B7A-43D3-8B79-37D633B846F1}">
                <asvg:svgBlip xmlns:asvg="http://schemas.microsoft.com/office/drawing/2016/SVG/main" r:embed="rId12"/>
              </a:ext>
            </a:extLst>
          </a:blip>
          <a:stretch>
            <a:fillRect/>
          </a:stretch>
        </p:blipFill>
        <p:spPr>
          <a:xfrm>
            <a:off x="5219700" y="5010150"/>
            <a:ext cx="266700" cy="266700"/>
          </a:xfrm>
          <a:prstGeom prst="rect">
            <a:avLst/>
          </a:prstGeom>
          <a:ln>
            <a:noFill/>
          </a:ln>
        </p:spPr>
      </p:pic>
      <p:sp>
        <p:nvSpPr>
          <p:cNvPr id="33"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34"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5"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6"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24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600"/>
                                        <p:tgtEl>
                                          <p:spTgt spid="30"/>
                                        </p:tgtEl>
                                      </p:cBhvr>
                                    </p:animEffect>
                                    <p:anim calcmode="lin" valueType="num">
                                      <p:cBhvr>
                                        <p:cTn id="143" dur="600" decel="100000" fill="hold"/>
                                        <p:tgtEl>
                                          <p:spTgt spid="30"/>
                                        </p:tgtEl>
                                        <p:attrNameLst>
                                          <p:attrName>ppt_x</p:attrName>
                                        </p:attrNameLst>
                                      </p:cBhvr>
                                      <p:tavLst>
                                        <p:tav tm="0">
                                          <p:val>
                                            <p:strVal val="#ppt_x"/>
                                          </p:val>
                                        </p:tav>
                                        <p:tav tm="100000">
                                          <p:val>
                                            <p:strVal val="#ppt_x"/>
                                          </p:val>
                                        </p:tav>
                                      </p:tavLst>
                                    </p:anim>
                                    <p:anim calcmode="lin" valueType="num">
                                      <p:cBhvr>
                                        <p:cTn id="144" dur="600" decel="100000" fill="hold"/>
                                        <p:tgtEl>
                                          <p:spTgt spid="30"/>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24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600"/>
                                        <p:tgtEl>
                                          <p:spTgt spid="31"/>
                                        </p:tgtEl>
                                      </p:cBhvr>
                                    </p:animEffect>
                                    <p:anim calcmode="lin" valueType="num">
                                      <p:cBhvr>
                                        <p:cTn id="148" dur="600" decel="100000" fill="hold"/>
                                        <p:tgtEl>
                                          <p:spTgt spid="31"/>
                                        </p:tgtEl>
                                        <p:attrNameLst>
                                          <p:attrName>ppt_x</p:attrName>
                                        </p:attrNameLst>
                                      </p:cBhvr>
                                      <p:tavLst>
                                        <p:tav tm="0">
                                          <p:val>
                                            <p:strVal val="#ppt_x"/>
                                          </p:val>
                                        </p:tav>
                                        <p:tav tm="100000">
                                          <p:val>
                                            <p:strVal val="#ppt_x"/>
                                          </p:val>
                                        </p:tav>
                                      </p:tavLst>
                                    </p:anim>
                                    <p:anim calcmode="lin" valueType="num">
                                      <p:cBhvr>
                                        <p:cTn id="149" dur="600" decel="100000" fill="hold"/>
                                        <p:tgtEl>
                                          <p:spTgt spid="31"/>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240"/>
                                  </p:stCondLst>
                                  <p:childTnLst>
                                    <p:set>
                                      <p:cBhvr>
                                        <p:cTn id="151" dur="1" fill="hold">
                                          <p:stCondLst>
                                            <p:cond delay="0"/>
                                          </p:stCondLst>
                                        </p:cTn>
                                        <p:tgtEl>
                                          <p:spTgt spid="32"/>
                                        </p:tgtEl>
                                        <p:attrNameLst>
                                          <p:attrName>style.visibility</p:attrName>
                                        </p:attrNameLst>
                                      </p:cBhvr>
                                      <p:to>
                                        <p:strVal val="visible"/>
                                      </p:to>
                                    </p:set>
                                    <p:animEffect transition="in" filter="fade">
                                      <p:cBhvr>
                                        <p:cTn id="152" dur="600"/>
                                        <p:tgtEl>
                                          <p:spTgt spid="32"/>
                                        </p:tgtEl>
                                      </p:cBhvr>
                                    </p:animEffect>
                                    <p:anim calcmode="lin" valueType="num">
                                      <p:cBhvr>
                                        <p:cTn id="153" dur="600" decel="100000" fill="hold"/>
                                        <p:tgtEl>
                                          <p:spTgt spid="32"/>
                                        </p:tgtEl>
                                        <p:attrNameLst>
                                          <p:attrName>ppt_x</p:attrName>
                                        </p:attrNameLst>
                                      </p:cBhvr>
                                      <p:tavLst>
                                        <p:tav tm="0">
                                          <p:val>
                                            <p:strVal val="#ppt_x"/>
                                          </p:val>
                                        </p:tav>
                                        <p:tav tm="100000">
                                          <p:val>
                                            <p:strVal val="#ppt_x"/>
                                          </p:val>
                                        </p:tav>
                                      </p:tavLst>
                                    </p:anim>
                                    <p:anim calcmode="lin" valueType="num">
                                      <p:cBhvr>
                                        <p:cTn id="154" dur="600" decel="100000" fill="hold"/>
                                        <p:tgtEl>
                                          <p:spTgt spid="32"/>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24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anim calcmode="lin" valueType="num">
                                      <p:cBhvr>
                                        <p:cTn id="158" dur="600" decel="100000" fill="hold"/>
                                        <p:tgtEl>
                                          <p:spTgt spid="33"/>
                                        </p:tgtEl>
                                        <p:attrNameLst>
                                          <p:attrName>ppt_x</p:attrName>
                                        </p:attrNameLst>
                                      </p:cBhvr>
                                      <p:tavLst>
                                        <p:tav tm="0">
                                          <p:val>
                                            <p:strVal val="#ppt_x"/>
                                          </p:val>
                                        </p:tav>
                                        <p:tav tm="100000">
                                          <p:val>
                                            <p:strVal val="#ppt_x"/>
                                          </p:val>
                                        </p:tav>
                                      </p:tavLst>
                                    </p:anim>
                                    <p:anim calcmode="lin" valueType="num">
                                      <p:cBhvr>
                                        <p:cTn id="159" dur="600" decel="100000" fill="hold"/>
                                        <p:tgtEl>
                                          <p:spTgt spid="33"/>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240"/>
                                  </p:stCondLst>
                                  <p:childTnLst>
                                    <p:set>
                                      <p:cBhvr>
                                        <p:cTn id="161" dur="1" fill="hold">
                                          <p:stCondLst>
                                            <p:cond delay="0"/>
                                          </p:stCondLst>
                                        </p:cTn>
                                        <p:tgtEl>
                                          <p:spTgt spid="34"/>
                                        </p:tgtEl>
                                        <p:attrNameLst>
                                          <p:attrName>style.visibility</p:attrName>
                                        </p:attrNameLst>
                                      </p:cBhvr>
                                      <p:to>
                                        <p:strVal val="visible"/>
                                      </p:to>
                                    </p:set>
                                    <p:animEffect transition="in" filter="fade">
                                      <p:cBhvr>
                                        <p:cTn id="162" dur="600"/>
                                        <p:tgtEl>
                                          <p:spTgt spid="34"/>
                                        </p:tgtEl>
                                      </p:cBhvr>
                                    </p:animEffect>
                                    <p:anim calcmode="lin" valueType="num">
                                      <p:cBhvr>
                                        <p:cTn id="163" dur="600" decel="100000" fill="hold"/>
                                        <p:tgtEl>
                                          <p:spTgt spid="34"/>
                                        </p:tgtEl>
                                        <p:attrNameLst>
                                          <p:attrName>ppt_x</p:attrName>
                                        </p:attrNameLst>
                                      </p:cBhvr>
                                      <p:tavLst>
                                        <p:tav tm="0">
                                          <p:val>
                                            <p:strVal val="#ppt_x"/>
                                          </p:val>
                                        </p:tav>
                                        <p:tav tm="100000">
                                          <p:val>
                                            <p:strVal val="#ppt_x"/>
                                          </p:val>
                                        </p:tav>
                                      </p:tavLst>
                                    </p:anim>
                                    <p:anim calcmode="lin" valueType="num">
                                      <p:cBhvr>
                                        <p:cTn id="164" dur="600" decel="100000" fill="hold"/>
                                        <p:tgtEl>
                                          <p:spTgt spid="3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990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5" name="shape s5.2.0.1"/>
          <p:cNvSpPr/>
          <p:nvPr/>
        </p:nvSpPr>
        <p:spPr>
          <a:xfrm>
            <a:off x="23241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6" name="shape s5.2.0.2"/>
          <p:cNvSpPr/>
          <p:nvPr/>
        </p:nvSpPr>
        <p:spPr>
          <a:xfrm>
            <a:off x="3657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9" name="shape s5.2.0.5"/>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10" name="shape s5.2.0.6"/>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