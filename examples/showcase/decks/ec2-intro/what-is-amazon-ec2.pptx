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0"/>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 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5" name="shape s5.2.0.1"/>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6" name="shape s5.2.0.2"/>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990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9" name="shape s5.2.0.5"/>
          <p:cNvSpPr/>
          <p:nvPr/>
        </p:nvSpPr>
        <p:spPr>
          <a:xfrm>
            <a:off x="23241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0" name="shape s5.2.0.6"/>
          <p:cNvSpPr/>
          <p:nvPr/>
        </p:nvSpPr>
        <p:spPr>
          <a:xfrm>
            <a:off x="3657600" y="206588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